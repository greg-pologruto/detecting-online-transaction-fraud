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43891200" cy="32918400"/>
  <p:notesSz cx="9144000" cy="6858000"/>
  <p:defaultTextStyle>
    <a:defPPr>
      <a:defRPr lang="en-US"/>
    </a:defPPr>
    <a:lvl1pPr algn="l" defTabSz="4387850" rtl="0" eaLnBrk="0" fontAlgn="base" hangingPunct="0">
      <a:spcBef>
        <a:spcPct val="0"/>
      </a:spcBef>
      <a:spcAft>
        <a:spcPct val="0"/>
      </a:spcAft>
      <a:defRPr sz="88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2190750" indent="-361950" algn="l" defTabSz="4387850" rtl="0" eaLnBrk="0" fontAlgn="base" hangingPunct="0">
      <a:spcBef>
        <a:spcPct val="0"/>
      </a:spcBef>
      <a:spcAft>
        <a:spcPct val="0"/>
      </a:spcAft>
      <a:defRPr sz="88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4387850" indent="-730250" algn="l" defTabSz="4387850" rtl="0" eaLnBrk="0" fontAlgn="base" hangingPunct="0">
      <a:spcBef>
        <a:spcPct val="0"/>
      </a:spcBef>
      <a:spcAft>
        <a:spcPct val="0"/>
      </a:spcAft>
      <a:defRPr sz="88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6578600" indent="-1092200" algn="l" defTabSz="4387850" rtl="0" eaLnBrk="0" fontAlgn="base" hangingPunct="0">
      <a:spcBef>
        <a:spcPct val="0"/>
      </a:spcBef>
      <a:spcAft>
        <a:spcPct val="0"/>
      </a:spcAft>
      <a:defRPr sz="88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8775700" indent="-1460500" algn="l" defTabSz="4387850" rtl="0" eaLnBrk="0" fontAlgn="base" hangingPunct="0">
      <a:spcBef>
        <a:spcPct val="0"/>
      </a:spcBef>
      <a:spcAft>
        <a:spcPct val="0"/>
      </a:spcAft>
      <a:defRPr sz="88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88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88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88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88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442179-B37B-4532-B8BD-79139FD9D681}" v="3" dt="2026-04-12T17:05:48.7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11" autoAdjust="0"/>
    <p:restoredTop sz="94659"/>
  </p:normalViewPr>
  <p:slideViewPr>
    <p:cSldViewPr>
      <p:cViewPr varScale="1">
        <p:scale>
          <a:sx n="19" d="100"/>
          <a:sy n="19" d="100"/>
        </p:scale>
        <p:origin x="1363" y="10"/>
      </p:cViewPr>
      <p:guideLst>
        <p:guide orient="horz" pos="10368"/>
        <p:guide pos="1382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g Pologruto" userId="3379bfc4e6f39acd" providerId="LiveId" clId="{C8BE788C-5F45-4C5E-8718-BAAE268C7CAF}"/>
    <pc:docChg chg="custSel modSld">
      <pc:chgData name="Greg Pologruto" userId="3379bfc4e6f39acd" providerId="LiveId" clId="{C8BE788C-5F45-4C5E-8718-BAAE268C7CAF}" dt="2026-04-12T17:09:21.202" v="31" actId="14100"/>
      <pc:docMkLst>
        <pc:docMk/>
      </pc:docMkLst>
      <pc:sldChg chg="addSp delSp modSp mod">
        <pc:chgData name="Greg Pologruto" userId="3379bfc4e6f39acd" providerId="LiveId" clId="{C8BE788C-5F45-4C5E-8718-BAAE268C7CAF}" dt="2026-04-12T17:09:21.202" v="31" actId="14100"/>
        <pc:sldMkLst>
          <pc:docMk/>
          <pc:sldMk cId="2926145408" sldId="258"/>
        </pc:sldMkLst>
        <pc:spChg chg="add del mod">
          <ac:chgData name="Greg Pologruto" userId="3379bfc4e6f39acd" providerId="LiveId" clId="{C8BE788C-5F45-4C5E-8718-BAAE268C7CAF}" dt="2026-04-12T17:05:48.746" v="3" actId="478"/>
          <ac:spMkLst>
            <pc:docMk/>
            <pc:sldMk cId="2926145408" sldId="258"/>
            <ac:spMk id="2" creationId="{083E14D9-0596-D4FE-000B-6467CBDA3903}"/>
          </ac:spMkLst>
        </pc:spChg>
        <pc:spChg chg="mod">
          <ac:chgData name="Greg Pologruto" userId="3379bfc4e6f39acd" providerId="LiveId" clId="{C8BE788C-5F45-4C5E-8718-BAAE268C7CAF}" dt="2026-04-12T17:09:17.574" v="30" actId="1076"/>
          <ac:spMkLst>
            <pc:docMk/>
            <pc:sldMk cId="2926145408" sldId="258"/>
            <ac:spMk id="5" creationId="{3C17899B-819F-4C28-B05A-CB839BD94B7A}"/>
          </ac:spMkLst>
        </pc:spChg>
        <pc:spChg chg="mod">
          <ac:chgData name="Greg Pologruto" userId="3379bfc4e6f39acd" providerId="LiveId" clId="{C8BE788C-5F45-4C5E-8718-BAAE268C7CAF}" dt="2026-04-08T20:23:59.786" v="0" actId="20577"/>
          <ac:spMkLst>
            <pc:docMk/>
            <pc:sldMk cId="2926145408" sldId="258"/>
            <ac:spMk id="14345" creationId="{CBBA45C2-7D4F-054B-8750-94FCA62A27B0}"/>
          </ac:spMkLst>
        </pc:spChg>
        <pc:picChg chg="add mod">
          <ac:chgData name="Greg Pologruto" userId="3379bfc4e6f39acd" providerId="LiveId" clId="{C8BE788C-5F45-4C5E-8718-BAAE268C7CAF}" dt="2026-04-12T17:06:03.556" v="5" actId="1076"/>
          <ac:picMkLst>
            <pc:docMk/>
            <pc:sldMk cId="2926145408" sldId="258"/>
            <ac:picMk id="6" creationId="{8F2C8634-6D5C-6C37-AD21-A9F9131B2590}"/>
          </ac:picMkLst>
        </pc:picChg>
        <pc:picChg chg="del">
          <ac:chgData name="Greg Pologruto" userId="3379bfc4e6f39acd" providerId="LiveId" clId="{C8BE788C-5F45-4C5E-8718-BAAE268C7CAF}" dt="2026-04-12T17:06:56.544" v="16" actId="478"/>
          <ac:picMkLst>
            <pc:docMk/>
            <pc:sldMk cId="2926145408" sldId="258"/>
            <ac:picMk id="7" creationId="{C08AD8EF-665C-0C37-7868-106FC981C17E}"/>
          </ac:picMkLst>
        </pc:picChg>
        <pc:picChg chg="add mod">
          <ac:chgData name="Greg Pologruto" userId="3379bfc4e6f39acd" providerId="LiveId" clId="{C8BE788C-5F45-4C5E-8718-BAAE268C7CAF}" dt="2026-04-12T17:06:45.786" v="15" actId="1076"/>
          <ac:picMkLst>
            <pc:docMk/>
            <pc:sldMk cId="2926145408" sldId="258"/>
            <ac:picMk id="10" creationId="{4DFCD920-C685-2842-1000-9F1983FE4410}"/>
          </ac:picMkLst>
        </pc:picChg>
        <pc:picChg chg="add mod">
          <ac:chgData name="Greg Pologruto" userId="3379bfc4e6f39acd" providerId="LiveId" clId="{C8BE788C-5F45-4C5E-8718-BAAE268C7CAF}" dt="2026-04-12T17:09:21.202" v="31" actId="14100"/>
          <ac:picMkLst>
            <pc:docMk/>
            <pc:sldMk cId="2926145408" sldId="258"/>
            <ac:picMk id="14" creationId="{ADB2B513-052F-F1BC-19A7-9DE89034A59A}"/>
          </ac:picMkLst>
        </pc:picChg>
        <pc:picChg chg="del mod">
          <ac:chgData name="Greg Pologruto" userId="3379bfc4e6f39acd" providerId="LiveId" clId="{C8BE788C-5F45-4C5E-8718-BAAE268C7CAF}" dt="2026-04-12T17:06:14.662" v="7" actId="478"/>
          <ac:picMkLst>
            <pc:docMk/>
            <pc:sldMk cId="2926145408" sldId="258"/>
            <ac:picMk id="15" creationId="{1E3D218B-4A01-4A1A-1C24-D3E3B3304974}"/>
          </ac:picMkLst>
        </pc:picChg>
        <pc:picChg chg="del mod">
          <ac:chgData name="Greg Pologruto" userId="3379bfc4e6f39acd" providerId="LiveId" clId="{C8BE788C-5F45-4C5E-8718-BAAE268C7CAF}" dt="2026-04-12T17:05:48.746" v="3" actId="478"/>
          <ac:picMkLst>
            <pc:docMk/>
            <pc:sldMk cId="2926145408" sldId="258"/>
            <ac:picMk id="20" creationId="{923B8569-7075-F52A-15DD-FE3ABF7FE6F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421C40A-C0D3-2121-553C-1A270B37D5A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98BCA3-C795-12CB-4958-56B745A0701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1D73160-6FD7-4DA5-862C-7C3CFA7FCD38}" type="datetimeFigureOut">
              <a:rPr lang="en-US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E59C0F4-938C-0615-D21F-0C73829016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3E536C8-FFA3-7126-9FF0-8FB7324F79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B3F5FD-6588-BF15-73CF-71CAFE155A4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1A9DA6-5B59-F137-E604-ED91E3A9A3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77214E4-EA77-44D8-AC12-83E0962ABF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3D1A9-E7A4-E8B7-D011-E1DE43155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Image Placeholder 1">
            <a:extLst>
              <a:ext uri="{FF2B5EF4-FFF2-40B4-BE49-F238E27FC236}">
                <a16:creationId xmlns:a16="http://schemas.microsoft.com/office/drawing/2014/main" id="{FC125354-0417-ABF9-B4F8-CE41E49C2C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2" name="Notes Placeholder 2">
            <a:extLst>
              <a:ext uri="{FF2B5EF4-FFF2-40B4-BE49-F238E27FC236}">
                <a16:creationId xmlns:a16="http://schemas.microsoft.com/office/drawing/2014/main" id="{0C3F3BDA-EBCF-9BF6-3871-32D34129AE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5363" name="Slide Number Placeholder 3">
            <a:extLst>
              <a:ext uri="{FF2B5EF4-FFF2-40B4-BE49-F238E27FC236}">
                <a16:creationId xmlns:a16="http://schemas.microsoft.com/office/drawing/2014/main" id="{E772B3E5-7940-B698-BCEF-537B50A324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43878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D35D8D-7793-4B00-B7ED-02F151825F2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438785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1840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10226044"/>
            <a:ext cx="37307520" cy="70561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680" y="18653760"/>
            <a:ext cx="30723840" cy="84124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583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778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E7B1B-9132-88B0-FC19-FC39A574F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65917A-5313-411F-9A63-4CD33EE4569B}" type="datetimeFigureOut">
              <a:rPr lang="en-US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4BF64-A55A-3A24-EC79-2A4F211BD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8B0CF-4256-76EF-9B44-DAA7778B8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DC608D-9E32-4453-ACD2-C1663F3AC9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4141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D58D4-CB56-3797-720D-4E3A9D062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33FBF3-4203-44A9-9DBC-3B1F3804AA02}" type="datetimeFigureOut">
              <a:rPr lang="en-US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6F029-A3D0-8E52-F0FF-49DA1FB99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D6ACD-A902-AA12-4B50-4799898FF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BE3618-2F81-447E-974F-1AF1D01A113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8961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4" y="21153124"/>
            <a:ext cx="37307520" cy="6537960"/>
          </a:xfrm>
        </p:spPr>
        <p:txBody>
          <a:bodyPr anchor="t"/>
          <a:lstStyle>
            <a:lvl1pPr algn="l">
              <a:defRPr sz="192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4" y="13952224"/>
            <a:ext cx="37307520" cy="7200896"/>
          </a:xfrm>
        </p:spPr>
        <p:txBody>
          <a:bodyPr anchor="b"/>
          <a:lstStyle>
            <a:lvl1pPr marL="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1pPr>
            <a:lvl2pPr marL="2194560" indent="0">
              <a:buNone/>
              <a:defRPr sz="88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760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680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680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680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680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680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6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EFDE2-9A8F-C8FD-A301-1A1BF83A3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280024-A051-41A3-8AB5-FBD1357E296D}" type="datetimeFigureOut">
              <a:rPr lang="en-US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29618-FBA0-B378-4905-A60979A9E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779D7-E603-2781-E4E2-0ED9ADBEA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DA7FF1-B8CF-476D-AEF1-D70A5E5B73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0961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4560" y="7680960"/>
            <a:ext cx="19385280" cy="21724624"/>
          </a:xfrm>
        </p:spPr>
        <p:txBody>
          <a:bodyPr/>
          <a:lstStyle>
            <a:lvl1pPr>
              <a:defRPr sz="13600"/>
            </a:lvl1pPr>
            <a:lvl2pPr>
              <a:defRPr sz="11600"/>
            </a:lvl2pPr>
            <a:lvl3pPr>
              <a:defRPr sz="9600"/>
            </a:lvl3pPr>
            <a:lvl4pPr>
              <a:defRPr sz="8800"/>
            </a:lvl4pPr>
            <a:lvl5pPr>
              <a:defRPr sz="8800"/>
            </a:lvl5pPr>
            <a:lvl6pPr>
              <a:defRPr sz="8800"/>
            </a:lvl6pPr>
            <a:lvl7pPr>
              <a:defRPr sz="8800"/>
            </a:lvl7pPr>
            <a:lvl8pPr>
              <a:defRPr sz="8800"/>
            </a:lvl8pPr>
            <a:lvl9pPr>
              <a:defRPr sz="8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1360" y="7680960"/>
            <a:ext cx="19385280" cy="21724624"/>
          </a:xfrm>
        </p:spPr>
        <p:txBody>
          <a:bodyPr/>
          <a:lstStyle>
            <a:lvl1pPr>
              <a:defRPr sz="13600"/>
            </a:lvl1pPr>
            <a:lvl2pPr>
              <a:defRPr sz="11600"/>
            </a:lvl2pPr>
            <a:lvl3pPr>
              <a:defRPr sz="9600"/>
            </a:lvl3pPr>
            <a:lvl4pPr>
              <a:defRPr sz="8800"/>
            </a:lvl4pPr>
            <a:lvl5pPr>
              <a:defRPr sz="8800"/>
            </a:lvl5pPr>
            <a:lvl6pPr>
              <a:defRPr sz="8800"/>
            </a:lvl6pPr>
            <a:lvl7pPr>
              <a:defRPr sz="8800"/>
            </a:lvl7pPr>
            <a:lvl8pPr>
              <a:defRPr sz="8800"/>
            </a:lvl8pPr>
            <a:lvl9pPr>
              <a:defRPr sz="8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5753F4C-C95C-5141-941B-8EBDC9721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1F14D9-9F7B-4BD9-8B2F-4E08CFFD01F4}" type="datetimeFigureOut">
              <a:rPr lang="en-US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2514A24-D91E-1168-85FD-CBD72209A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EDDB471-1DDB-519E-01DF-FB5029A63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A397AD-E10A-4493-9521-6CA86DEB8F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3987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7368544"/>
            <a:ext cx="19392904" cy="3070856"/>
          </a:xfrm>
        </p:spPr>
        <p:txBody>
          <a:bodyPr anchor="b"/>
          <a:lstStyle>
            <a:lvl1pPr marL="0" indent="0">
              <a:buNone/>
              <a:defRPr sz="1160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800" b="1"/>
            </a:lvl3pPr>
            <a:lvl4pPr marL="6583680" indent="0">
              <a:buNone/>
              <a:defRPr sz="7600" b="1"/>
            </a:lvl4pPr>
            <a:lvl5pPr marL="8778240" indent="0">
              <a:buNone/>
              <a:defRPr sz="7600" b="1"/>
            </a:lvl5pPr>
            <a:lvl6pPr marL="10972800" indent="0">
              <a:buNone/>
              <a:defRPr sz="7600" b="1"/>
            </a:lvl6pPr>
            <a:lvl7pPr marL="13167360" indent="0">
              <a:buNone/>
              <a:defRPr sz="7600" b="1"/>
            </a:lvl7pPr>
            <a:lvl8pPr marL="15361920" indent="0">
              <a:buNone/>
              <a:defRPr sz="7600" b="1"/>
            </a:lvl8pPr>
            <a:lvl9pPr marL="17556480" indent="0">
              <a:buNone/>
              <a:defRPr sz="7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560" y="10439400"/>
            <a:ext cx="19392904" cy="18966184"/>
          </a:xfrm>
        </p:spPr>
        <p:txBody>
          <a:bodyPr/>
          <a:lstStyle>
            <a:lvl1pPr>
              <a:defRPr sz="11600"/>
            </a:lvl1pPr>
            <a:lvl2pPr>
              <a:defRPr sz="9600"/>
            </a:lvl2pPr>
            <a:lvl3pPr>
              <a:defRPr sz="8800"/>
            </a:lvl3pPr>
            <a:lvl4pPr>
              <a:defRPr sz="7600"/>
            </a:lvl4pPr>
            <a:lvl5pPr>
              <a:defRPr sz="7600"/>
            </a:lvl5pPr>
            <a:lvl6pPr>
              <a:defRPr sz="7600"/>
            </a:lvl6pPr>
            <a:lvl7pPr>
              <a:defRPr sz="7600"/>
            </a:lvl7pPr>
            <a:lvl8pPr>
              <a:defRPr sz="7600"/>
            </a:lvl8pPr>
            <a:lvl9pPr>
              <a:defRPr sz="7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124" y="7368544"/>
            <a:ext cx="19400520" cy="3070856"/>
          </a:xfrm>
        </p:spPr>
        <p:txBody>
          <a:bodyPr anchor="b"/>
          <a:lstStyle>
            <a:lvl1pPr marL="0" indent="0">
              <a:buNone/>
              <a:defRPr sz="1160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800" b="1"/>
            </a:lvl3pPr>
            <a:lvl4pPr marL="6583680" indent="0">
              <a:buNone/>
              <a:defRPr sz="7600" b="1"/>
            </a:lvl4pPr>
            <a:lvl5pPr marL="8778240" indent="0">
              <a:buNone/>
              <a:defRPr sz="7600" b="1"/>
            </a:lvl5pPr>
            <a:lvl6pPr marL="10972800" indent="0">
              <a:buNone/>
              <a:defRPr sz="7600" b="1"/>
            </a:lvl6pPr>
            <a:lvl7pPr marL="13167360" indent="0">
              <a:buNone/>
              <a:defRPr sz="7600" b="1"/>
            </a:lvl7pPr>
            <a:lvl8pPr marL="15361920" indent="0">
              <a:buNone/>
              <a:defRPr sz="7600" b="1"/>
            </a:lvl8pPr>
            <a:lvl9pPr marL="17556480" indent="0">
              <a:buNone/>
              <a:defRPr sz="7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124" y="10439400"/>
            <a:ext cx="19400520" cy="18966184"/>
          </a:xfrm>
        </p:spPr>
        <p:txBody>
          <a:bodyPr/>
          <a:lstStyle>
            <a:lvl1pPr>
              <a:defRPr sz="11600"/>
            </a:lvl1pPr>
            <a:lvl2pPr>
              <a:defRPr sz="9600"/>
            </a:lvl2pPr>
            <a:lvl3pPr>
              <a:defRPr sz="8800"/>
            </a:lvl3pPr>
            <a:lvl4pPr>
              <a:defRPr sz="7600"/>
            </a:lvl4pPr>
            <a:lvl5pPr>
              <a:defRPr sz="7600"/>
            </a:lvl5pPr>
            <a:lvl6pPr>
              <a:defRPr sz="7600"/>
            </a:lvl6pPr>
            <a:lvl7pPr>
              <a:defRPr sz="7600"/>
            </a:lvl7pPr>
            <a:lvl8pPr>
              <a:defRPr sz="7600"/>
            </a:lvl8pPr>
            <a:lvl9pPr>
              <a:defRPr sz="7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D45D10A-8829-6270-88BD-5FF219620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95630F-8747-4363-87BD-D61CBF355508}" type="datetimeFigureOut">
              <a:rPr lang="en-US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01063F8-3237-0EB5-F101-08CC7705D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5465EB0-EAF2-6259-A891-74E95C828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45FF92-41EC-490C-AB56-50324B05923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6099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2BC7CEF-1050-C0CC-0409-EB4D2C61A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8C3B90-7E25-4058-9B35-7333D21F1ACD}" type="datetimeFigureOut">
              <a:rPr lang="en-US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8020D4B-26FC-3A3B-BBC3-A8F501EE6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E90BE3D-897F-F7E6-8EE7-5AC04A0F7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C61484-198D-433C-86D1-7AEAFCC1CF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7184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10C8204-EA21-E625-3245-70080AF77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0A0C1A-E31B-4676-B5FA-5E7C1DEF3826}" type="datetimeFigureOut">
              <a:rPr lang="en-US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0E79882-D38A-3E33-4C03-F6D54F15D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10CFB37-355C-1D67-C421-AB8190A5C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5A9C88-DF16-4A78-93C6-581B564940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4983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0" y="1310640"/>
            <a:ext cx="14439904" cy="5577840"/>
          </a:xfrm>
        </p:spPr>
        <p:txBody>
          <a:bodyPr anchor="b"/>
          <a:lstStyle>
            <a:lvl1pPr algn="l">
              <a:defRPr sz="9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240" y="1310640"/>
            <a:ext cx="24536400" cy="28094944"/>
          </a:xfrm>
        </p:spPr>
        <p:txBody>
          <a:bodyPr/>
          <a:lstStyle>
            <a:lvl1pPr>
              <a:defRPr sz="15200"/>
            </a:lvl1pPr>
            <a:lvl2pPr>
              <a:defRPr sz="13600"/>
            </a:lvl2pPr>
            <a:lvl3pPr>
              <a:defRPr sz="1160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560" y="6888480"/>
            <a:ext cx="14439904" cy="22517104"/>
          </a:xfrm>
        </p:spPr>
        <p:txBody>
          <a:bodyPr/>
          <a:lstStyle>
            <a:lvl1pPr marL="0" indent="0">
              <a:buNone/>
              <a:defRPr sz="6800"/>
            </a:lvl1pPr>
            <a:lvl2pPr marL="2194560" indent="0">
              <a:buNone/>
              <a:defRPr sz="5600"/>
            </a:lvl2pPr>
            <a:lvl3pPr marL="4389120" indent="0">
              <a:buNone/>
              <a:defRPr sz="4800"/>
            </a:lvl3pPr>
            <a:lvl4pPr marL="6583680" indent="0">
              <a:buNone/>
              <a:defRPr sz="4400"/>
            </a:lvl4pPr>
            <a:lvl5pPr marL="8778240" indent="0">
              <a:buNone/>
              <a:defRPr sz="4400"/>
            </a:lvl5pPr>
            <a:lvl6pPr marL="10972800" indent="0">
              <a:buNone/>
              <a:defRPr sz="4400"/>
            </a:lvl6pPr>
            <a:lvl7pPr marL="13167360" indent="0">
              <a:buNone/>
              <a:defRPr sz="4400"/>
            </a:lvl7pPr>
            <a:lvl8pPr marL="15361920" indent="0">
              <a:buNone/>
              <a:defRPr sz="4400"/>
            </a:lvl8pPr>
            <a:lvl9pPr marL="17556480" indent="0">
              <a:buNone/>
              <a:defRPr sz="4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CBBE3A0-DD84-7208-E0EA-29E7A051A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5F0984-3949-4C23-8803-3E1C6EB5B644}" type="datetimeFigureOut">
              <a:rPr lang="en-US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F9F09C9-8A32-5477-7D47-444FC4189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E11087-A04C-79E7-A279-8CD78EF04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E1494A-FEEC-4059-A584-DFEBB192904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4403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984" y="23042880"/>
            <a:ext cx="26334720" cy="2720344"/>
          </a:xfrm>
        </p:spPr>
        <p:txBody>
          <a:bodyPr anchor="b"/>
          <a:lstStyle>
            <a:lvl1pPr algn="l">
              <a:defRPr sz="9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984" y="2941320"/>
            <a:ext cx="26334720" cy="19751040"/>
          </a:xfrm>
        </p:spPr>
        <p:txBody>
          <a:bodyPr rtlCol="0">
            <a:normAutofit/>
          </a:bodyPr>
          <a:lstStyle>
            <a:lvl1pPr marL="0" indent="0">
              <a:buNone/>
              <a:defRPr sz="15200"/>
            </a:lvl1pPr>
            <a:lvl2pPr marL="2194560" indent="0">
              <a:buNone/>
              <a:defRPr sz="13600"/>
            </a:lvl2pPr>
            <a:lvl3pPr marL="4389120" indent="0">
              <a:buNone/>
              <a:defRPr sz="1160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984" y="25763224"/>
            <a:ext cx="26334720" cy="3863336"/>
          </a:xfrm>
        </p:spPr>
        <p:txBody>
          <a:bodyPr/>
          <a:lstStyle>
            <a:lvl1pPr marL="0" indent="0">
              <a:buNone/>
              <a:defRPr sz="6800"/>
            </a:lvl1pPr>
            <a:lvl2pPr marL="2194560" indent="0">
              <a:buNone/>
              <a:defRPr sz="5600"/>
            </a:lvl2pPr>
            <a:lvl3pPr marL="4389120" indent="0">
              <a:buNone/>
              <a:defRPr sz="4800"/>
            </a:lvl3pPr>
            <a:lvl4pPr marL="6583680" indent="0">
              <a:buNone/>
              <a:defRPr sz="4400"/>
            </a:lvl4pPr>
            <a:lvl5pPr marL="8778240" indent="0">
              <a:buNone/>
              <a:defRPr sz="4400"/>
            </a:lvl5pPr>
            <a:lvl6pPr marL="10972800" indent="0">
              <a:buNone/>
              <a:defRPr sz="4400"/>
            </a:lvl6pPr>
            <a:lvl7pPr marL="13167360" indent="0">
              <a:buNone/>
              <a:defRPr sz="4400"/>
            </a:lvl7pPr>
            <a:lvl8pPr marL="15361920" indent="0">
              <a:buNone/>
              <a:defRPr sz="4400"/>
            </a:lvl8pPr>
            <a:lvl9pPr marL="17556480" indent="0">
              <a:buNone/>
              <a:defRPr sz="4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5B64C3C-91BB-AFFA-7F58-D288A7E34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1EEE3-C18E-4720-AEFC-2087F3F36AC9}" type="datetimeFigureOut">
              <a:rPr lang="en-US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7823B5D-39BF-AEDA-BAB7-FA529ACAD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248397B-4EF5-F2F7-F08A-FDB6FD808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7DD137-2BA2-4460-9BE6-2ACFF51C290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5076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00652-08F6-6F87-0F73-DEF11F177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2AAF1E-8B77-42F9-904A-F2ADF2B4365D}" type="datetimeFigureOut">
              <a:rPr lang="en-US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026C9-3F42-0506-BC68-9D02DCFAE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093A5-6B90-7ED1-E965-946AA1462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126927-E71D-42C3-A2DA-EE8B225B739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2111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821120" y="1318264"/>
            <a:ext cx="9875520" cy="280873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4560" y="1318264"/>
            <a:ext cx="28895040" cy="280873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1B5EF-6DE0-9ADB-7078-783034075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26D839-4848-4FE2-AA69-F30076D52786}" type="datetimeFigureOut">
              <a:rPr lang="en-US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59F78-E286-3666-39F1-75D2B798E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858D3-9EEF-2849-C3AB-C971AE91A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F54D1-45D9-46B6-8A6E-DF7BBF22648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0504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E33C2906-8887-9B42-4E80-B5FA3AE42B4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197100" y="1320800"/>
            <a:ext cx="394970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38912" tIns="219456" rIns="438912" bIns="21945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45BAE4F5-4754-ED4A-8BE9-05540E994CD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2197100" y="7683500"/>
            <a:ext cx="39497000" cy="2172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38912" tIns="219456" rIns="438912" bIns="21945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47D16E-9857-2383-E492-8657AC67CE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97100" y="30511750"/>
            <a:ext cx="1023620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l" defTabSz="4389120" eaLnBrk="1" fontAlgn="auto" hangingPunct="1">
              <a:spcBef>
                <a:spcPts val="0"/>
              </a:spcBef>
              <a:spcAft>
                <a:spcPts val="0"/>
              </a:spcAft>
              <a:defRPr sz="56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3494754C-2E31-42DD-BDB9-421B1C93824D}" type="datetimeFigureOut">
              <a:rPr lang="en-US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3EF74-CD14-BFB7-8784-2D8B9C95D6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998700" y="30511750"/>
            <a:ext cx="1389380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ctr" defTabSz="4389120" eaLnBrk="1" fontAlgn="auto" hangingPunct="1">
              <a:spcBef>
                <a:spcPts val="0"/>
              </a:spcBef>
              <a:spcAft>
                <a:spcPts val="0"/>
              </a:spcAft>
              <a:defRPr sz="56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B9F37-27BC-8FA2-251C-F3A7D87BE0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457900" y="30511750"/>
            <a:ext cx="10236200" cy="1752600"/>
          </a:xfrm>
          <a:prstGeom prst="rect">
            <a:avLst/>
          </a:prstGeom>
        </p:spPr>
        <p:txBody>
          <a:bodyPr vert="horz" wrap="square" lIns="438912" tIns="219456" rIns="438912" bIns="219456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56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B49964C0-3AFC-4E60-8D8C-09A855136D6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387850" rtl="0" eaLnBrk="0" fontAlgn="base" hangingPunct="0">
        <a:spcBef>
          <a:spcPct val="0"/>
        </a:spcBef>
        <a:spcAft>
          <a:spcPct val="0"/>
        </a:spcAft>
        <a:defRPr sz="212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387850" rtl="0" eaLnBrk="0" fontAlgn="base" hangingPunct="0">
        <a:spcBef>
          <a:spcPct val="0"/>
        </a:spcBef>
        <a:spcAft>
          <a:spcPct val="0"/>
        </a:spcAft>
        <a:defRPr sz="21200">
          <a:solidFill>
            <a:schemeClr val="tx1"/>
          </a:solidFill>
          <a:latin typeface="Calibri" pitchFamily="34" charset="0"/>
        </a:defRPr>
      </a:lvl2pPr>
      <a:lvl3pPr algn="ctr" defTabSz="4387850" rtl="0" eaLnBrk="0" fontAlgn="base" hangingPunct="0">
        <a:spcBef>
          <a:spcPct val="0"/>
        </a:spcBef>
        <a:spcAft>
          <a:spcPct val="0"/>
        </a:spcAft>
        <a:defRPr sz="21200">
          <a:solidFill>
            <a:schemeClr val="tx1"/>
          </a:solidFill>
          <a:latin typeface="Calibri" pitchFamily="34" charset="0"/>
        </a:defRPr>
      </a:lvl3pPr>
      <a:lvl4pPr algn="ctr" defTabSz="4387850" rtl="0" eaLnBrk="0" fontAlgn="base" hangingPunct="0">
        <a:spcBef>
          <a:spcPct val="0"/>
        </a:spcBef>
        <a:spcAft>
          <a:spcPct val="0"/>
        </a:spcAft>
        <a:defRPr sz="21200">
          <a:solidFill>
            <a:schemeClr val="tx1"/>
          </a:solidFill>
          <a:latin typeface="Calibri" pitchFamily="34" charset="0"/>
        </a:defRPr>
      </a:lvl4pPr>
      <a:lvl5pPr algn="ctr" defTabSz="4387850" rtl="0" eaLnBrk="0" fontAlgn="base" hangingPunct="0">
        <a:spcBef>
          <a:spcPct val="0"/>
        </a:spcBef>
        <a:spcAft>
          <a:spcPct val="0"/>
        </a:spcAft>
        <a:defRPr sz="21200">
          <a:solidFill>
            <a:schemeClr val="tx1"/>
          </a:solidFill>
          <a:latin typeface="Calibri" pitchFamily="34" charset="0"/>
        </a:defRPr>
      </a:lvl5pPr>
      <a:lvl6pPr marL="1828800" algn="ctr" defTabSz="4387852" rtl="0" fontAlgn="base">
        <a:spcBef>
          <a:spcPct val="0"/>
        </a:spcBef>
        <a:spcAft>
          <a:spcPct val="0"/>
        </a:spcAft>
        <a:defRPr sz="21200">
          <a:solidFill>
            <a:schemeClr val="tx1"/>
          </a:solidFill>
          <a:latin typeface="Calibri" pitchFamily="34" charset="0"/>
        </a:defRPr>
      </a:lvl6pPr>
      <a:lvl7pPr marL="3657600" algn="ctr" defTabSz="4387852" rtl="0" fontAlgn="base">
        <a:spcBef>
          <a:spcPct val="0"/>
        </a:spcBef>
        <a:spcAft>
          <a:spcPct val="0"/>
        </a:spcAft>
        <a:defRPr sz="21200">
          <a:solidFill>
            <a:schemeClr val="tx1"/>
          </a:solidFill>
          <a:latin typeface="Calibri" pitchFamily="34" charset="0"/>
        </a:defRPr>
      </a:lvl7pPr>
      <a:lvl8pPr marL="5486400" algn="ctr" defTabSz="4387852" rtl="0" fontAlgn="base">
        <a:spcBef>
          <a:spcPct val="0"/>
        </a:spcBef>
        <a:spcAft>
          <a:spcPct val="0"/>
        </a:spcAft>
        <a:defRPr sz="21200">
          <a:solidFill>
            <a:schemeClr val="tx1"/>
          </a:solidFill>
          <a:latin typeface="Calibri" pitchFamily="34" charset="0"/>
        </a:defRPr>
      </a:lvl8pPr>
      <a:lvl9pPr marL="7315200" algn="ctr" defTabSz="4387852" rtl="0" fontAlgn="base">
        <a:spcBef>
          <a:spcPct val="0"/>
        </a:spcBef>
        <a:spcAft>
          <a:spcPct val="0"/>
        </a:spcAft>
        <a:defRPr sz="21200">
          <a:solidFill>
            <a:schemeClr val="tx1"/>
          </a:solidFill>
          <a:latin typeface="Calibri" pitchFamily="34" charset="0"/>
        </a:defRPr>
      </a:lvl9pPr>
    </p:titleStyle>
    <p:bodyStyle>
      <a:lvl1pPr marL="1644650" indent="-1644650" algn="l" defTabSz="438785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5200" kern="1200">
          <a:solidFill>
            <a:schemeClr val="tx1"/>
          </a:solidFill>
          <a:latin typeface="+mn-lt"/>
          <a:ea typeface="+mn-ea"/>
          <a:cs typeface="+mn-cs"/>
        </a:defRPr>
      </a:lvl1pPr>
      <a:lvl2pPr marL="3562350" indent="-1371600" algn="l" defTabSz="438785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36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2200" algn="l" defTabSz="438785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1600" kern="1200">
          <a:solidFill>
            <a:schemeClr val="tx1"/>
          </a:solidFill>
          <a:latin typeface="+mn-lt"/>
          <a:ea typeface="+mn-ea"/>
          <a:cs typeface="+mn-cs"/>
        </a:defRPr>
      </a:lvl3pPr>
      <a:lvl4pPr marL="7677150" indent="-1092200" algn="l" defTabSz="438785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9600" kern="1200">
          <a:solidFill>
            <a:schemeClr val="tx1"/>
          </a:solidFill>
          <a:latin typeface="+mn-lt"/>
          <a:ea typeface="+mn-ea"/>
          <a:cs typeface="+mn-cs"/>
        </a:defRPr>
      </a:lvl4pPr>
      <a:lvl5pPr marL="9874250" indent="-1092200" algn="l" defTabSz="438785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9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8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80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8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80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8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8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8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8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5" Type="http://schemas.openxmlformats.org/officeDocument/2006/relationships/hyperlink" Target="https://www.geeksforgeeks.org/machine-learning/deciding-threshold-for-glm-logistic-regression-model-in-r/" TargetMode="External"/><Relationship Id="rId10" Type="http://schemas.openxmlformats.org/officeDocument/2006/relationships/image" Target="../media/image6.png"/><Relationship Id="rId4" Type="http://schemas.openxmlformats.org/officeDocument/2006/relationships/hyperlink" Target="https://www.rdocumentation.org/packages/splines/versions/3.6.2/topics/ns" TargetMode="External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EA35C-7114-ADE5-A3B1-109DCBE42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extBox 3">
            <a:extLst>
              <a:ext uri="{FF2B5EF4-FFF2-40B4-BE49-F238E27FC236}">
                <a16:creationId xmlns:a16="http://schemas.microsoft.com/office/drawing/2014/main" id="{05CD8909-AB4F-965C-BC43-3E429AA1C1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913" y="787400"/>
            <a:ext cx="416814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5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3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9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3878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3878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3878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3878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4387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6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Title: Detecting Online Transaction Fraud with Classification Algorithms </a:t>
            </a:r>
          </a:p>
          <a:p>
            <a:pPr marL="0" marR="0" lvl="0" indent="0" algn="ctr" defTabSz="4387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8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Name:  </a:t>
            </a:r>
            <a:r>
              <a:rPr lang="en-US" altLang="en-US" sz="88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Greg Pologruto</a:t>
            </a:r>
            <a:endParaRPr kumimoji="0" lang="en-US" altLang="en-US" sz="8800" b="1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4387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Advisor:  Thilini Jayasinghe, Ph.D. </a:t>
            </a:r>
          </a:p>
          <a:p>
            <a:pPr marL="0" marR="0" lvl="0" indent="0" algn="ctr" defTabSz="4387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Department of Mathematics, University of Dayton </a:t>
            </a:r>
            <a:endParaRPr kumimoji="0" lang="en-US" altLang="en-US" sz="72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4338" name="Picture 1">
            <a:extLst>
              <a:ext uri="{FF2B5EF4-FFF2-40B4-BE49-F238E27FC236}">
                <a16:creationId xmlns:a16="http://schemas.microsoft.com/office/drawing/2014/main" id="{CCCCAD07-E9FB-4B08-470A-8BC6388C50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757" y="65480"/>
            <a:ext cx="4413246" cy="485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TextBox 4">
            <a:extLst>
              <a:ext uri="{FF2B5EF4-FFF2-40B4-BE49-F238E27FC236}">
                <a16:creationId xmlns:a16="http://schemas.microsoft.com/office/drawing/2014/main" id="{83CBF9B1-34E1-5E0D-2AD2-0BACA5FA58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635" y="5640474"/>
            <a:ext cx="16235165" cy="5367303"/>
          </a:xfrm>
          <a:prstGeom prst="rect">
            <a:avLst/>
          </a:prstGeom>
          <a:noFill/>
          <a:ln w="5715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US" altLang="en-US" sz="5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study presents the development and evaluation of a machine-learning based approach to address the problem of detecting fraudulent online transactions. The objective of this research is to design a predictive classification model capable of improving accuracy, efficiency, and scalability compared to traditional methods.</a:t>
            </a:r>
            <a:endParaRPr kumimoji="0" lang="en-US" altLang="en-US" sz="5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4340" name="TextBox 5">
            <a:extLst>
              <a:ext uri="{FF2B5EF4-FFF2-40B4-BE49-F238E27FC236}">
                <a16:creationId xmlns:a16="http://schemas.microsoft.com/office/drawing/2014/main" id="{51C12270-B5F9-9EF8-96B0-B2A7ACA95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2446" y="11137074"/>
            <a:ext cx="6310313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3878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4341" name="TextBox 6">
            <a:extLst>
              <a:ext uri="{FF2B5EF4-FFF2-40B4-BE49-F238E27FC236}">
                <a16:creationId xmlns:a16="http://schemas.microsoft.com/office/drawing/2014/main" id="{A584FD64-0C5C-96A3-2632-84B590574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9753" y="21311817"/>
            <a:ext cx="6516687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3878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14342" name="TextBox 7">
            <a:extLst>
              <a:ext uri="{FF2B5EF4-FFF2-40B4-BE49-F238E27FC236}">
                <a16:creationId xmlns:a16="http://schemas.microsoft.com/office/drawing/2014/main" id="{766F165F-7662-F49C-F559-C529637281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19456" y="4232936"/>
            <a:ext cx="3694113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3878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14343" name="TextBox 8">
            <a:extLst>
              <a:ext uri="{FF2B5EF4-FFF2-40B4-BE49-F238E27FC236}">
                <a16:creationId xmlns:a16="http://schemas.microsoft.com/office/drawing/2014/main" id="{921F8A15-6C67-4E9A-9712-35017A71F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97914" y="20949316"/>
            <a:ext cx="5581650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3878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4344" name="TextBox 9">
            <a:extLst>
              <a:ext uri="{FF2B5EF4-FFF2-40B4-BE49-F238E27FC236}">
                <a16:creationId xmlns:a16="http://schemas.microsoft.com/office/drawing/2014/main" id="{62FE2D2E-3B2E-C400-780A-69362352C9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6060" y="4234523"/>
            <a:ext cx="4664075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3878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Abstract</a:t>
            </a:r>
            <a:r>
              <a:rPr kumimoji="0" lang="en-US" altLang="en-US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4345" name="TextBox 14">
            <a:extLst>
              <a:ext uri="{FF2B5EF4-FFF2-40B4-BE49-F238E27FC236}">
                <a16:creationId xmlns:a16="http://schemas.microsoft.com/office/drawing/2014/main" id="{CBBA45C2-7D4F-054B-8750-94FCA62A27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476" y="22510371"/>
            <a:ext cx="17036255" cy="10248960"/>
          </a:xfrm>
          <a:prstGeom prst="rect">
            <a:avLst/>
          </a:prstGeom>
          <a:noFill/>
          <a:ln w="5715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857250" indent="-8572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9232900" indent="-1460500" defTabSz="438785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690100" indent="-1460500" defTabSz="438785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0147300" indent="-1460500" defTabSz="438785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0604500" indent="-1460500" defTabSz="438785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just">
              <a:buFont typeface="Arial" panose="020B0604020202020204" pitchFamily="34" charset="0"/>
              <a:buChar char="•"/>
            </a:pPr>
            <a:r>
              <a:rPr lang="en-US" altLang="en-US" sz="6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key variables and patterns through exploratory data analysis.</a:t>
            </a:r>
          </a:p>
          <a:p>
            <a:pPr lvl="0" algn="just">
              <a:buFont typeface="Arial" panose="020B0604020202020204" pitchFamily="34" charset="0"/>
              <a:buChar char="•"/>
            </a:pPr>
            <a:r>
              <a:rPr lang="en-US" altLang="en-US" sz="6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classification models of various types (Logistic Regression, KNN, Random Forest, BART).</a:t>
            </a:r>
          </a:p>
          <a:p>
            <a:pPr lvl="0" algn="just">
              <a:buFont typeface="Arial" panose="020B0604020202020204" pitchFamily="34" charset="0"/>
              <a:buChar char="•"/>
            </a:pPr>
            <a:r>
              <a:rPr lang="en-US" altLang="en-US" sz="6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Utilize validation methods, resampling, optimizing thresholds, data transformation techniques, stratification, and more to finely tune models.</a:t>
            </a:r>
          </a:p>
          <a:p>
            <a:pPr lvl="0" algn="just">
              <a:buFont typeface="Arial" panose="020B0604020202020204" pitchFamily="34" charset="0"/>
              <a:buChar char="•"/>
            </a:pPr>
            <a:r>
              <a:rPr lang="en-US" altLang="en-US" sz="6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best model based on performance metrics (Accuracy, F-1, Specificity), provide clear logical reasoning why model is considered the best.</a:t>
            </a:r>
            <a:endParaRPr kumimoji="0" lang="en-US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57CDCF8B-EB68-5BA2-7B74-3C1E7718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81" y="12499653"/>
            <a:ext cx="16948150" cy="8956298"/>
          </a:xfrm>
          <a:prstGeom prst="rect">
            <a:avLst/>
          </a:prstGeom>
          <a:noFill/>
          <a:ln w="57150">
            <a:solidFill>
              <a:schemeClr val="tx2">
                <a:lumMod val="60000"/>
                <a:lumOff val="40000"/>
              </a:schemeClr>
            </a:solidFill>
          </a:ln>
          <a:effectLst/>
        </p:spPr>
        <p:txBody>
          <a:bodyPr anchor="ctr">
            <a:spAutoFit/>
          </a:bodyPr>
          <a:lstStyle/>
          <a:p>
            <a:pPr marL="857250" lvl="0" indent="-857250" algn="just">
              <a:buFont typeface="Arial" panose="020B0604020202020204" pitchFamily="34" charset="0"/>
              <a:buChar char="•"/>
              <a:defRPr/>
            </a:pPr>
            <a:r>
              <a:rPr lang="en-US" altLang="en-US" sz="7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7500 synthetic digital payment transactions labeled as either fraudulent or legitimate.</a:t>
            </a:r>
          </a:p>
          <a:p>
            <a:pPr marL="857250" lvl="0" indent="-857250" algn="just">
              <a:buFont typeface="Arial" panose="020B0604020202020204" pitchFamily="34" charset="0"/>
              <a:buChar char="•"/>
              <a:defRPr/>
            </a:pPr>
            <a:r>
              <a:rPr lang="en-US" altLang="en-US" sz="7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row represents a single transaction and contains features about behavior, finance, device, and risk-related features..</a:t>
            </a:r>
          </a:p>
          <a:p>
            <a:pPr marL="1143000" lvl="0" indent="-1143000" algn="just">
              <a:buFont typeface="Arial" panose="020B0604020202020204" pitchFamily="34" charset="0"/>
              <a:buChar char="•"/>
              <a:defRPr/>
            </a:pPr>
            <a:r>
              <a:rPr lang="en-US" altLang="en-US" sz="7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find which model can most accurately detect a fraudulent transaction.</a:t>
            </a:r>
            <a:endParaRPr kumimoji="0" lang="en-US" altLang="en-US" sz="7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4347" name="Rectangle 2">
            <a:extLst>
              <a:ext uri="{FF2B5EF4-FFF2-40B4-BE49-F238E27FC236}">
                <a16:creationId xmlns:a16="http://schemas.microsoft.com/office/drawing/2014/main" id="{1FD8C2BB-B1EF-0F52-C003-20E27F73E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077200" y="38481000"/>
            <a:ext cx="466725" cy="1446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43878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4355" name="TextBox 6">
            <a:extLst>
              <a:ext uri="{FF2B5EF4-FFF2-40B4-BE49-F238E27FC236}">
                <a16:creationId xmlns:a16="http://schemas.microsoft.com/office/drawing/2014/main" id="{118B9627-42AC-7ED6-1495-E91DB95B32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34197" y="27022842"/>
            <a:ext cx="5735637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3878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References</a:t>
            </a:r>
            <a:r>
              <a:rPr kumimoji="0" lang="en-US" altLang="en-US" sz="8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E63264-4BF0-A9B6-CDF6-DCCBDE3B6CC5}"/>
              </a:ext>
            </a:extLst>
          </p:cNvPr>
          <p:cNvSpPr txBox="1"/>
          <p:nvPr/>
        </p:nvSpPr>
        <p:spPr>
          <a:xfrm>
            <a:off x="29269379" y="22232121"/>
            <a:ext cx="14165795" cy="5016758"/>
          </a:xfrm>
          <a:prstGeom prst="rect">
            <a:avLst/>
          </a:prstGeom>
          <a:noFill/>
          <a:ln w="57150"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marL="857250" marR="0" lvl="0" indent="-857250" algn="l" defTabSz="43878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6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Best model is Logistic with a sensitivity of 0.888 and F1 of 0.130</a:t>
            </a:r>
          </a:p>
          <a:p>
            <a:pPr marL="857250" marR="0" lvl="0" indent="-857250" algn="l" defTabSz="43878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6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Future studies may implement more sophisticated models (Neural Networks or Advanced Gradient Boosting)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17899B-819F-4C28-B05A-CB839BD94B7A}"/>
              </a:ext>
            </a:extLst>
          </p:cNvPr>
          <p:cNvSpPr txBox="1"/>
          <p:nvPr/>
        </p:nvSpPr>
        <p:spPr>
          <a:xfrm>
            <a:off x="28732276" y="28235016"/>
            <a:ext cx="15240000" cy="5016758"/>
          </a:xfrm>
          <a:prstGeom prst="rect">
            <a:avLst/>
          </a:prstGeom>
          <a:noFill/>
          <a:ln w="57150"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lvl="0"/>
            <a:r>
              <a:rPr lang="en-US" sz="3200" dirty="0"/>
              <a:t>James, Gareth, et al. </a:t>
            </a:r>
            <a:r>
              <a:rPr lang="en-US" sz="3200" i="1" dirty="0"/>
              <a:t>An Introduction to Statistical Learning: with Applications in R</a:t>
            </a:r>
            <a:r>
              <a:rPr lang="en-US" sz="3200" dirty="0"/>
              <a:t>. 2nd ed., Springer, 2021.</a:t>
            </a:r>
          </a:p>
          <a:p>
            <a:pPr lvl="0"/>
            <a:r>
              <a:rPr lang="en-US" sz="3200" dirty="0"/>
              <a:t>R Core Team. “</a:t>
            </a:r>
            <a:r>
              <a:rPr lang="en-US" sz="3200" i="1" dirty="0"/>
              <a:t>ns: Generate a Basis Matrix for Natural Cubic Splines.</a:t>
            </a:r>
            <a:r>
              <a:rPr lang="en-US" sz="3200" dirty="0"/>
              <a:t>” </a:t>
            </a:r>
            <a:r>
              <a:rPr lang="en-US" sz="3200" i="1" dirty="0" err="1"/>
              <a:t>RDocumentation</a:t>
            </a:r>
            <a:r>
              <a:rPr lang="en-US" sz="3200" dirty="0"/>
              <a:t>, version 3.6.2,</a:t>
            </a:r>
            <a:br>
              <a:rPr lang="en-US" sz="3200" dirty="0"/>
            </a:br>
            <a:r>
              <a:rPr lang="en-US" sz="3200" dirty="0">
                <a:hlinkClick r:id="rId4"/>
              </a:rPr>
              <a:t>https://www.rdocumentation.org/packages/splines/versions/3.6.2/topics/ns</a:t>
            </a:r>
            <a:r>
              <a:rPr lang="en-US" sz="3200" dirty="0"/>
              <a:t> </a:t>
            </a:r>
          </a:p>
          <a:p>
            <a:pPr lvl="0"/>
            <a:r>
              <a:rPr lang="en-US" sz="3200" dirty="0"/>
              <a:t>“</a:t>
            </a:r>
            <a:r>
              <a:rPr lang="en-US" sz="3200" i="1" dirty="0"/>
              <a:t>Deciding Threshold for GLM Logistic Regression Model in R.</a:t>
            </a:r>
            <a:r>
              <a:rPr lang="en-US" sz="3200" dirty="0"/>
              <a:t>” </a:t>
            </a:r>
            <a:r>
              <a:rPr lang="en-US" sz="3200" i="1" dirty="0" err="1"/>
              <a:t>GeeksforGeeks</a:t>
            </a:r>
            <a:r>
              <a:rPr lang="en-US" sz="3200" dirty="0"/>
              <a:t>, 23 July 2025,</a:t>
            </a:r>
            <a:br>
              <a:rPr lang="en-US" sz="3200" dirty="0"/>
            </a:br>
            <a:r>
              <a:rPr lang="en-US" sz="3200" dirty="0">
                <a:hlinkClick r:id="rId5"/>
              </a:rPr>
              <a:t>https://www.geeksforgeeks.org/machine-learning/deciding-threshold-for-glm-logistic-regression-model-in-r/</a:t>
            </a:r>
            <a:endParaRPr lang="en-US" sz="3200" dirty="0"/>
          </a:p>
          <a:p>
            <a:pPr lvl="0"/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82487F-DCDD-E352-7688-5041F1BC79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65300" y="19692003"/>
            <a:ext cx="11013323" cy="68324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66F3C0F-959A-A6AD-EB63-80122EB33A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420175" y="11773175"/>
            <a:ext cx="10989242" cy="67734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7013CAB-0E17-6D9D-FA17-15438CBA7B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86392" y="5995365"/>
            <a:ext cx="9066127" cy="688654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E16F65B-5EEC-FE69-6FCC-A0971C58513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669059" y="11035486"/>
            <a:ext cx="7496175" cy="462915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7E41D0B-3C7C-348F-AB2B-CAA9D73F105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417146" y="15968433"/>
            <a:ext cx="8349854" cy="51563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2C8634-6D5C-6C37-AD21-A9F9131B259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267503" y="11234997"/>
            <a:ext cx="7496175" cy="46291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FCD920-C685-2842-1000-9F1983FE441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930444" y="4676286"/>
            <a:ext cx="9836556" cy="607441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DB2B513-052F-F1BC-19A7-9DE89034A59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377349" y="27549977"/>
            <a:ext cx="11354927" cy="3740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145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4028</TotalTime>
  <Words>334</Words>
  <Application>Microsoft Office PowerPoint</Application>
  <PresentationFormat>Custom</PresentationFormat>
  <Paragraphs>25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Times New Roman</vt:lpstr>
      <vt:lpstr>Office Theme</vt:lpstr>
      <vt:lpstr>PowerPoint Presentation</vt:lpstr>
    </vt:vector>
  </TitlesOfParts>
  <Company>University of Dayton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Ramona R. Speranza</dc:creator>
  <cp:lastModifiedBy>Greg Pologruto</cp:lastModifiedBy>
  <cp:revision>52</cp:revision>
  <cp:lastPrinted>2025-04-11T04:50:37Z</cp:lastPrinted>
  <dcterms:created xsi:type="dcterms:W3CDTF">2008-01-10T19:33:20Z</dcterms:created>
  <dcterms:modified xsi:type="dcterms:W3CDTF">2026-04-12T17:09:25Z</dcterms:modified>
</cp:coreProperties>
</file>